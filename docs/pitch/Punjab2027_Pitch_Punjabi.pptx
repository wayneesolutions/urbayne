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a-IN" altLang="en-US" sz="48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ਪੂਰੀ ਮੁਹਿੰਮ, ਇੱਕ ਥਾਂ</a:t>
            </a:r>
            <a:endParaRPr lang="pa-IN" sz="48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3200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a-IN" altLang="en-US" sz="2400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ਪੰਜਾਬ ਵਿਧਾਨ ਸਭਾ 2027 ਲਈ ਚੋਣ ਮੁਹਿੰਮ ਪਲੇਟਫਾਰਮ</a:t>
            </a:r>
            <a:endParaRPr lang="pa-IN" sz="2400" dirty="0"/>
          </a:p>
        </p:txBody>
      </p:sp>
      <p:sp>
        <p:nvSpPr>
          <p:cNvPr id="4" name="by"/>
          <p:cNvSpPr txBox="1"/>
          <p:nvPr/>
        </p:nvSpPr>
        <p:spPr>
          <a:xfrm>
            <a:off x="73152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a-IN" altLang="en-US" sz="1800" b="1" dirty="0">
                <a:solidFill>
                  <a:srgbClr val="E8A3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Wayne E Solutions</a:t>
            </a:r>
            <a:endParaRPr lang="pa-I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users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icon-users"/>
          <p:cNvSpPr/>
          <p:nvPr/>
        </p:nvSpPr>
        <p:spPr>
          <a:xfrm>
            <a:off x="1005840" y="896112"/>
            <a:ext cx="457200" cy="502920"/>
          </a:xfrm>
          <a:prstGeom prst="flowChartMultidocumen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011680" y="548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a-IN" altLang="en-US" sz="3600" b="1" dirty="0">
                <a:solidFill>
                  <a:srgbClr val="1E22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ਮੁਹਿੰਮ ਦੇ ਕੰਮ ਇੱਕੋ ਪਲੇਟਫਾਰਮ ਤੇ</a:t>
            </a:r>
            <a:endParaRPr lang="pa-IN" sz="3600" dirty="0"/>
          </a:p>
        </p:txBody>
      </p:sp>
      <p:sp>
        <p:nvSpPr>
          <p:cNvPr id="5" name="body"/>
          <p:cNvSpPr txBox="1"/>
          <p:nvPr/>
        </p:nvSpPr>
        <p:spPr>
          <a:xfrm>
            <a:off x="2011680" y="2103120"/>
            <a:ext cx="9418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ਵੋਟਰ ਨਾਲ ਸੰਪਰਕ: ਪੰਨਾ, ਸਵਾਲ-ਜਵਾਬ, ਕਾਲਾਂ ਅਤੇ SMS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ਜ਼ਮੀਨੀ ਕੰਮ: ਬੂਥ ਵਰਕਰ, ਸਮਾਗਮ, ਵਲੰਟੀਅਰ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ਖ਼ਰਚਾ: ਚੋਣ ਖ਼ਰਚੇ ਦਾ ਰਜਿਸਟਰ ਅਤੇ ਰਸੀਦਾਂ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ਨਤੀਜੇ: ਵੋਟਿੰਗ ਦਿਨ ਅਤੇ ਗਿਣਤੀ ਦਾ ਹਿਸਾਬ</a:t>
            </a:r>
            <a:endParaRPr lang="pa-IN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a-IN" altLang="en-US" sz="1200" dirty="0">
                <a:solidFill>
                  <a:srgbClr val="5B557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pa-I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phone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icon-phone"/>
          <p:cNvSpPr/>
          <p:nvPr/>
        </p:nvSpPr>
        <p:spPr>
          <a:xfrm>
            <a:off x="1005840" y="896112"/>
            <a:ext cx="457200" cy="502920"/>
          </a:xfrm>
          <a:prstGeom prst="round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011680" y="548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a-IN" altLang="en-US" sz="3600" b="1" dirty="0">
                <a:solidFill>
                  <a:srgbClr val="1E22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ਵੋਟਰ ਨਾਲ ਪੰਜਾਬੀ ਅਤੇ ਹਿੰਦੀ ਵਿੱਚ ਗੱਲ</a:t>
            </a:r>
            <a:endParaRPr lang="pa-IN" sz="3600" dirty="0"/>
          </a:p>
        </p:txBody>
      </p:sp>
      <p:sp>
        <p:nvSpPr>
          <p:cNvPr id="5" name="body"/>
          <p:cNvSpPr txBox="1"/>
          <p:nvPr/>
        </p:nvSpPr>
        <p:spPr>
          <a:xfrm>
            <a:off x="2011680" y="2103120"/>
            <a:ext cx="9418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ਵੱਡੇ ਬਟਨਾਂ ਵਾਲਾ ਮੋਬਾਈਲ ਪੰਨਾ, ਆਵਾਜ਼ ਵਿੱਚ ਸੁਣਨ ਦੀ ਸਹੂਲਤ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ਸਹਾਇਕ ਸਿਰਫ਼ ਮਨਜ਼ੂਰ ਕੀਤੀ ਜਾਣਕਾਰੀ ਦੱਸਦਾ ਹੈ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ਵੋਟ ਦੀ ਥਾਂ ਅਤੇ ਤਾਰੀਖ਼ ਲਈ ਚੋਣ ਕਮਿਸ਼ਨ ਦਾ ਲਿੰਕ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ਹਰ ਕਾਲ ਤੋਂ ਪਹਿਲਾਂ ਨਿਯਮਾਂ ਦੀ ਜਾਂਚ</a:t>
            </a:r>
            <a:endParaRPr lang="pa-IN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a-IN" altLang="en-US" sz="1200" dirty="0">
                <a:solidFill>
                  <a:srgbClr val="5B557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pa-I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map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icon-map"/>
          <p:cNvSpPr/>
          <p:nvPr/>
        </p:nvSpPr>
        <p:spPr>
          <a:xfrm>
            <a:off x="1005840" y="896112"/>
            <a:ext cx="457200" cy="502920"/>
          </a:xfrm>
          <a:prstGeom prst="flowChartPunchedTape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011680" y="548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a-IN" altLang="en-US" sz="3600" b="1" dirty="0">
                <a:solidFill>
                  <a:srgbClr val="1E22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ਜ਼ਮੀਨ ਤੇ ਕੰਮ, ਨੈੱਟ ਤੋਂ ਬਿਨਾਂ ਵੀ</a:t>
            </a:r>
            <a:endParaRPr lang="pa-IN" sz="3600" dirty="0"/>
          </a:p>
        </p:txBody>
      </p:sp>
      <p:sp>
        <p:nvSpPr>
          <p:cNvPr id="5" name="body"/>
          <p:cNvSpPr txBox="1"/>
          <p:nvPr/>
        </p:nvSpPr>
        <p:spPr>
          <a:xfrm>
            <a:off x="2011680" y="2103120"/>
            <a:ext cx="9418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ਬੂਥ ਵਰਕਰ ਦੀ ਐਪ ਬਿਨਾਂ ਸਿਗਨਲ ਚੱਲਦੀ ਹੈ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ਵੋਟਰ ਸੂਚੀ ਦੀ ਕਾਪੀ ਤੋਂ ਘਰਾਂ ਦੀ ਸੂਚੀ, ਸਰੋਤ ਦੇ ਸਬੂਤ ਸਮੇਤ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ਨਕਸ਼ੇ ਤੇ ਇਲਾਕੇ ਅਤੇ ਕੰਮ ਦੀ ਪ੍ਰਗਤੀ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ਰੈਲੀ ਅਤੇ ਸਭਾ ਦੀ ਇਜਾਜ਼ਤ ਦਾ ਹਿਸਾਬ</a:t>
            </a:r>
            <a:endParaRPr lang="pa-IN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a-IN" altLang="en-US" sz="1200" dirty="0">
                <a:solidFill>
                  <a:srgbClr val="5B557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</a:t>
            </a:r>
            <a:endParaRPr lang="pa-I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rupee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icon-rupee"/>
          <p:cNvSpPr/>
          <p:nvPr/>
        </p:nvSpPr>
        <p:spPr>
          <a:xfrm>
            <a:off x="1005840" y="896112"/>
            <a:ext cx="457200" cy="502920"/>
          </a:xfrm>
          <a:prstGeom prst="donu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011680" y="548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a-IN" altLang="en-US" sz="3600" b="1" dirty="0">
                <a:solidFill>
                  <a:srgbClr val="1E22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ਖ਼ਰਚੇ ਦਾ ਹਿਸਾਬ ਤਿਆਰ ਰਹੇ</a:t>
            </a:r>
            <a:endParaRPr lang="pa-IN" sz="3600" dirty="0"/>
          </a:p>
        </p:txBody>
      </p:sp>
      <p:sp>
        <p:nvSpPr>
          <p:cNvPr id="5" name="body"/>
          <p:cNvSpPr txBox="1"/>
          <p:nvPr/>
        </p:nvSpPr>
        <p:spPr>
          <a:xfrm>
            <a:off x="2011680" y="2103120"/>
            <a:ext cx="9418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ਹਰ ਖ਼ਰਚੇ ਦੀ ਰਸੀਦ ਦੀ ਫ਼ੋਟੋ ਨਾਲ ਜੁੜੀ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ਬੈਂਕ ਸਟੇਟਮੈਂਟ ਨਾਲ ਮਿਲਾਣ: ਕੀ ਰਹਿ ਗਿਆ, ਤੁਰੰਤ ਪਤਾ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ਖ਼ਰਚੇ ਦੀ ਹੱਦ ਦੇ ਨੇੜੇ ਪਹੁੰਚਣ ਤੇ ਚੇਤਾਵਨੀ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ਦਸਤਖ਼ਤ ਤੋਂ ਬਾਅਦ ਰਜਿਸਟਰ ਦਾ ਨਿਰਯਾਤ</a:t>
            </a:r>
            <a:endParaRPr lang="pa-IN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a-IN" altLang="en-US" sz="1200" dirty="0">
                <a:solidFill>
                  <a:srgbClr val="5B557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</a:t>
            </a:r>
            <a:endParaRPr lang="pa-I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shield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icon-shield"/>
          <p:cNvSpPr/>
          <p:nvPr/>
        </p:nvSpPr>
        <p:spPr>
          <a:xfrm>
            <a:off x="1005840" y="896112"/>
            <a:ext cx="457200" cy="502920"/>
          </a:xfrm>
          <a:prstGeom prst="flowChartOffpageConnector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011680" y="548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a-IN" altLang="en-US" sz="3600" b="1" dirty="0">
                <a:solidFill>
                  <a:srgbClr val="1E22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ਨਿਯਮ ਪਲੇਟਫਾਰਮ ਵਿੱਚ ਹੀ ਬਣੇ ਹਨ</a:t>
            </a:r>
            <a:endParaRPr lang="pa-IN" sz="3600" dirty="0"/>
          </a:p>
        </p:txBody>
      </p:sp>
      <p:sp>
        <p:nvSpPr>
          <p:cNvPr id="5" name="body"/>
          <p:cNvSpPr txBox="1"/>
          <p:nvPr/>
        </p:nvSpPr>
        <p:spPr>
          <a:xfrm>
            <a:off x="2011680" y="2103120"/>
            <a:ext cx="9418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MCMC ਸਰਟੀਫ਼ਿਕੇਟ ਤੋਂ ਬਿਨਾਂ ਕੋਈ ਕਾਲ ਜਾਂ SMS ਨਹੀਂ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DLT ਟੈਂਪਲੇਟ ਤੋਂ ਬਿਨਾਂ SMS ਨਹੀਂ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ਵੋਟਿੰਗ ਤੋਂ 48 ਘੰਟੇ ਪਹਿਲਾਂ ਚੁੱਪ ਦੀ ਮਿਆਦ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ਸਹਿਮਤੀ ਅਤੇ "ਬੰਦ ਕਰੋ" ਦਾ ਸਤਿਕਾਰ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ਹਰ ਮੁਹਿੰਮ ਦਾ ਪੜ੍ਹਨ-ਯੋਗ, ਮੋਹਰ ਲੱਗਾ ਸਬੂਤ (PDF)</a:t>
            </a:r>
            <a:endParaRPr lang="pa-IN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a-IN" altLang="en-US" sz="1200" dirty="0">
                <a:solidFill>
                  <a:srgbClr val="5B557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</a:t>
            </a:r>
            <a:endParaRPr lang="pa-IN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lock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icon-lock"/>
          <p:cNvSpPr/>
          <p:nvPr/>
        </p:nvSpPr>
        <p:spPr>
          <a:xfrm>
            <a:off x="1005840" y="896112"/>
            <a:ext cx="457200" cy="502920"/>
          </a:xfrm>
          <a:prstGeom prst="roundRect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011680" y="548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a-IN" altLang="en-US" sz="3600" b="1" dirty="0">
                <a:solidFill>
                  <a:srgbClr val="1E22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ਡੇਟਾ ਦੀ ਸੁਰੱਖਿਆ ਦਾ ਵਾਅਦਾ</a:t>
            </a:r>
            <a:endParaRPr lang="pa-IN" sz="3600" dirty="0"/>
          </a:p>
        </p:txBody>
      </p:sp>
      <p:sp>
        <p:nvSpPr>
          <p:cNvPr id="5" name="body"/>
          <p:cNvSpPr txBox="1"/>
          <p:nvPr/>
        </p:nvSpPr>
        <p:spPr>
          <a:xfrm>
            <a:off x="2011680" y="2103120"/>
            <a:ext cx="9418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ਚੋਣ ਤੋਂ ਬਾਅਦ ਨਿੱਜੀ ਡੇਟਾ ਮਿਟਾਇਆ ਜਾਂਦਾ ਹੈ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ਜਾਤ ਜਾਂ ਧਰਮ ਦਾ ਕੋਈ ਡੇਟਾ ਨਹੀਂ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ਖ਼ਰੀਦੀਆਂ ਜਾਂ ਚੁੱਕੀਆਂ ਸੂਚੀਆਂ ਨਹੀਂ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ਇੱਕ ਸੀਟ, ਇੱਕ ਗਾਹਕ</a:t>
            </a:r>
            <a:endParaRPr lang="pa-IN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WhatsApp ਆਟੋਮੇਸ਼ਨ ਨਹੀਂ</a:t>
            </a:r>
            <a:endParaRPr lang="pa-IN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a-IN" altLang="en-US" sz="1200" dirty="0">
                <a:solidFill>
                  <a:srgbClr val="5B557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7</a:t>
            </a:r>
            <a:endParaRPr lang="pa-IN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flag"/>
          <p:cNvSpPr/>
          <p:nvPr/>
        </p:nvSpPr>
        <p:spPr>
          <a:xfrm>
            <a:off x="731520" y="640080"/>
            <a:ext cx="1005840" cy="10058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3" name="icon-flag"/>
          <p:cNvSpPr/>
          <p:nvPr/>
        </p:nvSpPr>
        <p:spPr>
          <a:xfrm>
            <a:off x="1005840" y="896112"/>
            <a:ext cx="457200" cy="502920"/>
          </a:xfrm>
          <a:prstGeom prst="rtTriangle">
            <a:avLst/>
          </a:prstGeom>
          <a:solidFill>
            <a:srgbClr val="1E2240"/>
          </a:solidFill>
          <a:ln w="12700">
            <a:solidFill>
              <a:srgbClr val="1E2240"/>
            </a:solidFill>
            <a:prstDash val="solid"/>
          </a:ln>
        </p:spPr>
      </p:sp>
      <p:sp>
        <p:nvSpPr>
          <p:cNvPr id="4" name="title"/>
          <p:cNvSpPr txBox="1"/>
          <p:nvPr/>
        </p:nvSpPr>
        <p:spPr>
          <a:xfrm>
            <a:off x="2011680" y="54864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a-IN" altLang="en-US" sz="3600" b="1" dirty="0">
                <a:solidFill>
                  <a:srgbClr val="1E224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ਸ਼ੁਰੂਆਤ ਕਿਵੇਂ ਹੁੰਦੀ ਹੈ</a:t>
            </a:r>
            <a:endParaRPr lang="pa-IN" sz="3600" dirty="0"/>
          </a:p>
        </p:txBody>
      </p:sp>
      <p:sp>
        <p:nvSpPr>
          <p:cNvPr id="5" name="body"/>
          <p:cNvSpPr txBox="1"/>
          <p:nvPr/>
        </p:nvSpPr>
        <p:spPr>
          <a:xfrm>
            <a:off x="2011680" y="2103120"/>
            <a:ext cx="9418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1. ਪੰਜਾਬ 2027 ਪੈਕੇਜ ਲਗਾਓ: ਖਰੜਾ ਪੰਨੇ ਅਤੇ ਪਹਿਲਾ ਸਰਵੇ ਤਿਆਰ</a:t>
            </a:r>
            <a:endParaRPr lang="pa-IN" sz="2400" dirty="0"/>
          </a:p>
          <a:p>
            <a:pPr indent="0" marL="0">
              <a:spcAft>
                <a:spcPts val="1400"/>
              </a:spcAft>
              <a:buNone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2. ਉਮੀਦਵਾਰ ਸਮੱਗਰੀ ਭਰਦਾ ਅਤੇ ਮਨਜ਼ੂਰ ਕਰਦਾ ਹੈ</a:t>
            </a:r>
            <a:endParaRPr lang="pa-IN" sz="2400" dirty="0"/>
          </a:p>
          <a:p>
            <a:pPr indent="0" marL="0">
              <a:spcAft>
                <a:spcPts val="1400"/>
              </a:spcAft>
              <a:buNone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3. MCMC ਸਰਟੀਫ਼ਿਕੇਟ ਅਤੇ DLT ਰਜਿਸਟਰੇਸ਼ਨ</a:t>
            </a:r>
            <a:endParaRPr lang="pa-IN" sz="2400" dirty="0"/>
          </a:p>
          <a:p>
            <a:pPr indent="0" marL="0">
              <a:spcAft>
                <a:spcPts val="1400"/>
              </a:spcAft>
              <a:buNone/>
            </a:pPr>
            <a:r>
              <a:rPr lang="pa-IN" altLang="en-US" sz="2400" dirty="0">
                <a:solidFill>
                  <a:srgbClr val="26203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4. ਇੱਕ ਬੂਥ ਤੇ ਛੋਟਾ ਟੈਸਟ, ਫਿਰ ਪੂਰੀ ਮੁਹਿੰਮ</a:t>
            </a:r>
            <a:endParaRPr lang="pa-IN" sz="2400" dirty="0"/>
          </a:p>
        </p:txBody>
      </p:sp>
      <p:sp>
        <p:nvSpPr>
          <p:cNvPr id="6" name="page"/>
          <p:cNvSpPr txBox="1"/>
          <p:nvPr/>
        </p:nvSpPr>
        <p:spPr>
          <a:xfrm>
            <a:off x="10972800" y="63093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a-IN" altLang="en-US" sz="1200" dirty="0">
                <a:solidFill>
                  <a:srgbClr val="5B557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8</a:t>
            </a:r>
            <a:endParaRPr lang="pa-IN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a-IN" altLang="en-US" sz="44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ਗੱਲ ਕਰਨ ਲਈ ਅਗਲਾ ਕਦਮ</a:t>
            </a:r>
            <a:endParaRPr lang="pa-IN" sz="44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a-IN" altLang="en-US" sz="2400" dirty="0">
                <a:solidFill>
                  <a:srgbClr val="CADCF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ਇੱਕ ਡੈਮੋ ਮੁਹਿੰਮ ਵੇਖੋ: ਵੋਟਰ ਪੰਨਾ, ਡੈਸ਼ਬੋਰਡ ਅਤੇ ਸਬੂਤ ਦਾ PDF</a:t>
            </a:r>
            <a:endParaRPr lang="pa-IN" sz="2400" dirty="0"/>
          </a:p>
        </p:txBody>
      </p:sp>
      <p:sp>
        <p:nvSpPr>
          <p:cNvPr id="4" name="by"/>
          <p:cNvSpPr txBox="1"/>
          <p:nvPr/>
        </p:nvSpPr>
        <p:spPr>
          <a:xfrm>
            <a:off x="73152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a-IN" altLang="en-US" sz="1800" b="1" dirty="0">
                <a:solidFill>
                  <a:srgbClr val="E8A31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Wayne E Solutions</a:t>
            </a:r>
            <a:endParaRPr lang="pa-I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Wayne E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ਪੂਰੀ ਮੁਹਿੰਮ, ਇੱਕ ਥਾਂ</dc:title>
  <dc:subject>PptxGenJS Presentation</dc:subject>
  <dc:creator>Wayne E Solutions</dc:creator>
  <cp:lastModifiedBy>Wayne E Solutions</cp:lastModifiedBy>
  <cp:revision>1</cp:revision>
  <dcterms:created xsi:type="dcterms:W3CDTF">2026-10-07T09:57:07Z</dcterms:created>
  <dcterms:modified xsi:type="dcterms:W3CDTF">2026-10-07T09:57:07Z</dcterms:modified>
</cp:coreProperties>
</file>